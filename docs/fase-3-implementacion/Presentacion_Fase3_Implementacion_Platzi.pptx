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la fase: convertimos el diseño en prototipo navegable y repositorio con trazabilidad. Menciona que este corte incluye el Seguimiento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docente pide Git, estándares de codificación y programación en pares. Como no hay código, los aplicamos a archivos de diseño y documentación con la misma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el prototipo navegable en vivo. Destaca: máximo tres toques, alerta de vencimiento que lleva a Suscripción y simulador que no altera precios.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 qué está listo (esqueleto, reglas, plantillas) y que el repositorio se publica con PR reales esta semana. Explica por qué se mergea primero HU-12.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 transparente: el valor es proyectado y lo confirma el equipo. No infles el indicador con las historias adelantadas.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Ningún riesgo se ha materializado y el docente no ha introducido situaciones caóticas. Se agregan tres riesgos nuevos con acciones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mostrando cómo gestionaron los problemas (no la perfección). Entrega a Hugo Alejandro para la fase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— Platzi · Fase 3 y Seguimiento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Platzi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ASIGNATURA · INSTITUCIÓN UNIVERSITARIA 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— Platzi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Implementación · Seguimiento 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fase: Nicolás  ·  Juan David Buitrago (PM) · Diego · Hugo Alejandro · Juan Sebastián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Desarrollo en Equipo · Semestre VIII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 IMPLEMENTACIÓN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entregables, adaptados a un proyecto sin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0B3B22"/>
          </a:solidFill>
          <a:ln w="12700">
            <a:solidFill>
              <a:srgbClr val="00E5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con docs, prototipo y datos ficticios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457200" cy="457200"/>
          </a:xfrm>
          <a:prstGeom prst="ellipse">
            <a:avLst/>
          </a:prstGeom>
          <a:solidFill>
            <a:srgbClr val="0B3B22"/>
          </a:solidFill>
          <a:ln w="12700">
            <a:solidFill>
              <a:srgbClr val="00E5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GUI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tokens y regla de máx. 3 toques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rgbClr val="0B3B22"/>
          </a:solidFill>
          <a:ln w="12700">
            <a:solidFill>
              <a:srgbClr val="00E5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contenido y formato en CONTRIBUTING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0B3B22"/>
          </a:solidFill>
          <a:ln w="12700">
            <a:solidFill>
              <a:srgbClr val="00E5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pares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Conductor/navegante con evidencia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0B3B22"/>
          </a:solidFill>
          <a:ln w="12700">
            <a:solidFill>
              <a:srgbClr val="00E5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y revisión de GUI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cruzada con checklist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rgbClr val="0B3B22"/>
          </a:solidFill>
          <a:ln w="12700">
            <a:solidFill>
              <a:srgbClr val="00E5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ejecutado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con indicador de cumplimiento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NAVEGABLE v0.1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pantallas con datos ficticios, desde el mapa de diseño</a:t>
            </a:r>
            <a:endParaRPr lang="en-US" sz="3000" dirty="0"/>
          </a:p>
        </p:txBody>
      </p:sp>
      <p:pic>
        <p:nvPicPr>
          <p:cNvPr id="4" name="Image 0" descr="Pantalla ini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10312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· HU-01, 05</a:t>
            </a:r>
            <a:endParaRPr lang="en-US" sz="1200" dirty="0"/>
          </a:p>
        </p:txBody>
      </p:sp>
      <p:pic>
        <p:nvPicPr>
          <p:cNvPr id="6" name="Image 1" descr="Pantalla calend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2103120" cy="4206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9184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· HU-04, 05</a:t>
            </a:r>
            <a:endParaRPr lang="en-US" sz="1200" dirty="0"/>
          </a:p>
        </p:txBody>
      </p:sp>
      <p:pic>
        <p:nvPicPr>
          <p:cNvPr id="8" name="Image 2" descr="Pantalla suscripc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2103120" cy="42062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264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· HU-12</a:t>
            </a:r>
            <a:endParaRPr lang="en-US" sz="1200" dirty="0"/>
          </a:p>
        </p:txBody>
      </p:sp>
      <p:pic>
        <p:nvPicPr>
          <p:cNvPr id="10" name="Image 3" descr="Pantalla si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417320"/>
            <a:ext cx="2103120" cy="4206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96112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· HU-10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precios ni descuentos · textos de beneficios sujetos a validación de Legal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FLUJO GIT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historia → rama → PR → versión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platzi-ruta-aprendizaje/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  (fases, guía Legal, evidencias, bitácora)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prototipo/  (HTML, tokens, exports Stitch)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datos-ficticios/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.github/  (CODEOWNERS, plantilla de PR)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CONTRIBUTING.md · README.md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CHANGELOG.md · .editorconfig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carpetas "misc" ni "utils". Solo datos ficticios.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5943600" cy="2148840"/>
          </a:xfrm>
          <a:prstGeom prst="roundRect">
            <a:avLst>
              <a:gd name="adj" fmla="val 3404"/>
            </a:avLst>
          </a:prstGeom>
          <a:solidFill>
            <a:srgbClr val="0B3B22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CLAVE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0116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Trunk-based, ramas cortas (máx. 2-3 días)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con ID de historia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merge; main protegido, 1+ aprobación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CODEOWNERS: Legal aprueba textos de beneficios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886200"/>
            <a:ext cx="5943600" cy="2148840"/>
          </a:xfrm>
          <a:prstGeom prst="roundRect">
            <a:avLst>
              <a:gd name="adj" fmla="val 3404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CAMBIOS EN PARALELO (SPRINT 1)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3434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HU-08 alertas (Nicolás) y HU-12 fecha de renovación (Diego)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previo con datos compartidos de Suscripcion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primero HU-12, luego HU-08; revisión cruzada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INDICADOR DE DESEMPEÑO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Sprint: 6 de 7 historias cubiertas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087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progreso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5087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214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12140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clases en vivo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12140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3405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7340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límite de entregas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7340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467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3467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vencimiento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3467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5935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593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renovación visible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9593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5720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5720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84648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18464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184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aprobados por Legal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5184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150876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0B3B22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HC / HCO × 100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85,7 %</a:t>
            </a:r>
            <a:endParaRPr lang="en-US" sz="60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Proyectado, a confirmar tras la revisión de GUI. Meta mínima: 80 %.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4114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HU-13 sigue parcial hasta que Legal valide los textos. Los adelantos de Sprint 2 y 3 no se cuentan.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2 · EFICIENCIA Y RIESGOS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bajo control y riesgos vigentes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PRESUPUESTAL · máx. ±10 %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$125,4 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planificado acumulado al Seguimiento 2 (54 % de $232 M)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aceptable: $112,9 M a $137,9 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Contingencias (12 %) intactas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por registrar; línea base a ajustar con la Tabla de Costos Unitarios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ACTUALIZADA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catálogo o suscripción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0" y="2148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620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862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bloquea textos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28620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5753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5753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de colaboración (nuevo)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35753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2885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288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Tabla de Costos Unitarios (nuevo)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0" y="42885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0017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5001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 Stitch (nuevo)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698480" y="50017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PROBLEMAS, ACCIONES Y SIGUIENTE FASE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pasó, lo que corregimos y 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inexistentes al iniciar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019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Prototipo v0.1 y prompts de Stitch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50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inexistente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706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Esqueleto creado; publicar y operar con PR reales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19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entre documento y diapositivas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393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Backlog oficial corregido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187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Costos Unitarios pendiente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507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Solicitarla al docente; línea base provisional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0B3B22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A PRUEBAS · HUGO ALEJANDRO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24028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v0.1 y 6 pantallas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toques como criterio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para escenarios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HU-13 como foco de validación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quedamos atentos a sus preguntas.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3 Platzi — Fase 3</dc:title>
  <dc:subject>PptxGenJS Presentation</dc:subject>
  <dc:creator>PptxGenJS</dc:creator>
  <cp:lastModifiedBy>PptxGenJS</cp:lastModifiedBy>
  <cp:revision>1</cp:revision>
  <dcterms:created xsi:type="dcterms:W3CDTF">2026-10-16T02:34:24Z</dcterms:created>
  <dcterms:modified xsi:type="dcterms:W3CDTF">2026-10-16T02:34:24Z</dcterms:modified>
</cp:coreProperties>
</file>